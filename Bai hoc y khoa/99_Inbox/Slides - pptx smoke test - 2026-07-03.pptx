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64008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5236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108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2980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2416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4108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2980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2416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2980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2416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4108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2980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2416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6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4108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2980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2416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75120" y="822960"/>
            <a:ext cx="859536" cy="2560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822960"/>
            <a:ext cx="859536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OB/GYN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1371600"/>
            <a:ext cx="557784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Kiểm tra slide y khoa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023360"/>
            <a:ext cx="128016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206240"/>
            <a:ext cx="55778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0" i="0">
                <a:solidFill>
                  <a:srgbClr val="B0C8E0"/>
                </a:solidFill>
                <a:latin typeface="Segoe UI"/>
              </a:rPr>
              <a:t>Deck mẫu ngắn để xác nhận render và giao diện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937760"/>
            <a:ext cx="55778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1">
                <a:solidFill>
                  <a:srgbClr val="728C8C"/>
                </a:solidFill>
                <a:latin typeface="Segoe UI"/>
              </a:rPr>
              <a:t>Bác sĩ Ngọc Hưng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989320"/>
            <a:ext cx="52120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Mục tiêu kiểm tra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645920"/>
            <a:ext cx="11430000" cy="86868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1430000" cy="86868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05940"/>
            <a:ext cx="457200" cy="4572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594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105156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Segoe UI"/>
              </a:rPr>
              <a:t>Render được file PPTX bằng Medical Teal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2606040"/>
            <a:ext cx="11430000" cy="86868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11430000" cy="86868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66060"/>
            <a:ext cx="457200" cy="4572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6606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560320"/>
            <a:ext cx="105156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Segoe UI"/>
              </a:rPr>
              <a:t>Header, card và footer hiển thị gọn hơn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" y="3566160"/>
            <a:ext cx="11430000" cy="86868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11430000" cy="86868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26180"/>
            <a:ext cx="457200" cy="4572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2618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520440"/>
            <a:ext cx="105156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Segoe UI"/>
              </a:rPr>
              <a:t>Validator cảnh báo khi nội dung slide quá dày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Smoke test PPTX  ·  Bác sĩ Ngọc Hưng  ·  Kiểm tra engine slider3636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1  / 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Ba điểm cần giữ khi tạo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600200"/>
            <a:ext cx="3749039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749039" cy="64008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3474719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Nguồn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3474719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3400" b="1" i="0">
                <a:solidFill>
                  <a:srgbClr val="00977A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3383279" cy="315467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Dùng bài MD đã verify làm nguồn chính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5" y="1600200"/>
            <a:ext cx="3749039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39" y="1554480"/>
            <a:ext cx="3749039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39" y="1554480"/>
            <a:ext cx="3749039" cy="64008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1554480"/>
            <a:ext cx="3474719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Nội dung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2286000"/>
            <a:ext cx="3474719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3400" b="1" i="0">
                <a:solidFill>
                  <a:srgbClr val="00977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3108960"/>
            <a:ext cx="3383279" cy="315467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Mỗi slide chỉ giữ một thông điệp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4" y="1600200"/>
            <a:ext cx="3749039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8" y="1554480"/>
            <a:ext cx="3749039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18" y="1554480"/>
            <a:ext cx="3749039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8" y="1554480"/>
            <a:ext cx="3474719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8" y="2286000"/>
            <a:ext cx="3474719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8" y="3108960"/>
            <a:ext cx="3383279" cy="315467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Validate JSON và mở lại PPTX sau render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Smoke test PPTX  ·  Bác sĩ Ngọc Hưng  ·  Kiểm tra engine slider3636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2  / 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Kết luận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645920"/>
            <a:ext cx="11430000" cy="795528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1430000" cy="795528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63500" cy="795528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4864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500" b="1" i="0">
                <a:solidFill>
                  <a:srgbClr val="00977A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1051560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Segoe UI"/>
              </a:rPr>
              <a:t>PPTX là deliverable tùy chọn, chỉ tạo khi được yêu cầu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2514600"/>
            <a:ext cx="11430000" cy="795528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11430000" cy="795528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63500" cy="795528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54864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500" b="1" i="0">
                <a:solidFill>
                  <a:srgbClr val="00977A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468880"/>
            <a:ext cx="1051560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Segoe UI"/>
              </a:rPr>
              <a:t>Deck JSON và file PPTX phải nằm trong folder bài học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" y="3383280"/>
            <a:ext cx="11430000" cy="795528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11430000" cy="795528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337560"/>
            <a:ext cx="63500" cy="795528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54864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500" b="1" i="0">
                <a:solidFill>
                  <a:srgbClr val="00977A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337560"/>
            <a:ext cx="1051560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Segoe UI"/>
              </a:rPr>
              <a:t>Không tự bịa số liệu, PMID hoặc chi tiết protocol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Smoke test PPTX  ·  Bác sĩ Ngọc Hưng  ·  Kiểm tra engine slider3636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3  /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72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Tài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Segoe UI"/>
              </a:rPr>
              <a:t>1.   Internal smoke test deck, 2026-07-03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Smoke test PPTX  ·  Bác sĩ Ngọc Hưng  ·  Kiểm tra engine slider3636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4  /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